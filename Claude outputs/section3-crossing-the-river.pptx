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DOCUMENTARY VOICE — the only register for this slide. Deliver slowly, deadpan, faintly awed, same conceit as the section 1 and 2 openers. Pause after the line, then go straight back to normal delivery for the pipelines slide. This is the heaviest section in the talk — 12 slides — so keep the pacing brisk everywhere it isn't earning a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delivery. The trap is assuming YAML-to-YAML means a find-and-replace job — it doesn't. Azure Pipelines' Stages → Jobs → Tasks hierarchy and GitHub Actions' Workflows → Jobs → Steps model look similar on a diagram and behave differently in practice (approval gates, templating, conditional execution all work differently). Set expectations early: budget 1–2 days per complex pipeline, not an afternoon. This sets up the three approaches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delivery. This is a framework slide, not the deep dive — just introduce the three lenses before walking each one: Manual (read the docs, map concepts, rewrite by hand), Tooling (purpose-built CLIs like gh-ado2gh and gh-actions-importer, each gets its own slides next), and AI (prompt-driven mapping). None of these are mutually exclusive — most real migrations use tooling for the bulk of the work, AI to accelerate the gnarliest pipelines, and manual review to catch what both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delivery. This table is the cheat sheet, not the whole story — walk the core mappings quickly (Pipeline→Workflow, Agent Pool→Runner, Service Connection→OIDC/secrets, Variable Group→secrets/variables, Task→Action, condition→if, dependsOn→needs) and don't read every row aloud. One more mapping worth a verbal mention even though it's not in the table: stages become separate workflow files, not a nested construct. Then the syntax differences that trip people up even after the concepts click: no classic-editor equivalent, job structure is always explicit (no implicit single-job pipelines), script steps consolidate to run+shell, and GitHub Actions fails fast by default where Azure Pipelines doesn't — that last one silently changes pipeline behavior if you don't account for it. QR points to Microsoft's own migrate-from-azure-pipelines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delivery. gh-ado2gh is the repo-side tool: inventory-report surveys the org before anything moves, generate-script produces the real migration script, and the --all flag goes further, rewiring pipelines, creating GitHub teams, and connecting Azure Boards in a single pass. What it doesn't do is just as important to set expectations: it doesn't touch pipeline YAML logic (that's the next tool), doesn't bring Git LFS objects along automatically, and doesn't make identity-mapping decisions for you — caveats and the one sequencing rule that matters are the next slide. Why choose it: it's the default answer at any real scale, free and GitHub-maintained. QR points to the tool's GitHub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delivery, land this one plainly — it's the one rule in this whole tooling discussion that isn't a judgment call, it's just ordering. Install the Pipelines GitHub App before migrating repos with gh-ado2gh, full stop. Get this backwards and the migration script can't auto-reconfigure pipelines to point at GitHub, which turns into a manual repo-by-repo scramble while people wonder why builds are suddenly red. Same ordering constraint applies to identity mapping — plan it before the first migration, not after — which is a preview of section 6's mannequin-accounts material, worth a one-line forward reference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delivery. gh-actions-importer is the pipeline-side tool, separate from gh-ado2gh — don't imply they're one tool. Its audit command is the star: it classifies every pipeline as automatable, partial, or needing a human, and dry-run shows you the converted workflow before you commit to anything. What it doesn't do: it doesn't touch repos at all, the partial bucket is still real work, and it faithfully translates whatever's in the source pipeline — including problems that were already there. Why choose it: that audit breakdown is the single best quantified evidence in the whole PoC for estimating real migration effort. QR points to the tool's GitHub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delivery, and be plain about the limitation up front — this is research, not a demo. ELM (Enterprise Live Migration, currently in preview) offers continuous sync plus a scheduled cutover with a read-only window Microsoft cites as sub-30-minutes for most orgs. It automates pre-migration checks, org/repo creation, PR and branch-policy sync, and Boards connection plus pipeline rewiring. It still requires manual cleanup, access/permissions setup, verification, and doesn't touch work-item, wiki, or pipeline content migration itself — those still happen through the other approaches. Hunter doesn't have the GHE data-residency tenant this requires, so be upfront that none of this was hands-on tested. The honest framing that saves this slide from feeling like a vendor pitch: the standard GEI CLI already does more than marketing comparisons imply, so what ELM genuinely adds is the continuous-sync/scheduled-cutover experience, not a fundamentally longer feature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delivery. Three prompts, run in sequence, not one shot: analyze reads the source pipeline and identifies what it's actually doing step by step; convert produces the equivalent GitHub Actions workflow from that analysis; validate is a separate pass that checks the conversion, deliberately not using the same model call that did the converting — the model that wrote the conversion shouldn't grade its own homework. This is the payoff for section 1's thesis that AI is the honest primary driver — it's not just a chat assistant, it's a structured migration tool. HONEST STATUS, say this if asked directly: all three prompts are drafted and reviewed but haven't been run against a real production pipeline yet — that's still open. QR points to the repo's prompts/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delivery. This replaces a screenshot-based walkthrough with the map itself — the four-step sequence is the same regardless of which repo runs through it: repo migration with gh-ado2gh, pipeline audit with gh-actions-importer, the YAML rewrite using the mapping from the manual-approach slide, and finally a green build, which is the actual finish line, not just 'the repo exists on GitHub now.' Land the bold line — the specifics change every time, the order doesn't. This slide doesn't depend on having picked a specific repo yet; it's the general shape. The next slide is where real, repo-specific findings go once that choice is made and the sequence is actually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SLIDE — do not present as-is. This depends entirely on the previous slide's sequence actually being run against a real repo. Once it's run, replace the fill-in prompts with the real, specific takeaways — what genuinely broke, what surprised you, what the audit tool called correctly or missed. A generic 'here's what we learned' slide would undercut the credibility this whole section is built on (see the gh-actions-importer slide's point about quantified evidence) — this slide needs real content or it should be cut rather than filled with filler.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check-in, not a discussion window — about 30 seconds given how much ground this section covers. Take one quick question if a hand is up, otherwise move straight into section 4. The real Q&amp;A time is banked for the 10-minute block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A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700" dirty="0"/>
          </a:p>
        </p:txBody>
      </p:sp>
      <p:pic>
        <p:nvPicPr>
          <p:cNvPr id="4" name="Image 0" descr="/home/claude/pptx-build/assets/icons/FaShip-8C6A3F-300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692640" y="21945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3317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 Footage of Successful Deployment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8778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river has three known crossings. Some travelers wade in by hand, some bring a boat, and a few, lately, have started asking the water itself for directions.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6217920"/>
            <a:ext cx="11064240" cy="0"/>
          </a:xfrm>
          <a:prstGeom prst="line">
            <a:avLst/>
          </a:prstGeom>
          <a:noFill/>
          <a:ln w="9525">
            <a:solidFill>
              <a:srgbClr val="8C6A3F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VOICE — SPOKEN LIVE, NOT READ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ExclamationTriangle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Pipelines: Needs a Rewrite — The Core Problem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use YAML. 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where the resemblance ends — the concepts underneath are genuinely different, not just renamed.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4114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Pipelines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5902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→ Jobs → Tasks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72200" y="39776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F3D2C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46520" y="4114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45902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→ Jobs → Steps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1–2 days per complex pipeline.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Route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Cross the River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57400"/>
            <a:ext cx="603504" cy="603504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8" name="Image 1" descr="/home/claude/pptx-build/assets/icons/FaHandPaper-FFFFFF-2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203704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8072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310128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docs, map the concepts, rewrite by hand. Slowest, most control.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251960" y="182880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26280" y="2057400"/>
            <a:ext cx="603504" cy="603504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3" name="Image 2" descr="/home/claude/pptx-build/assets/icons/FaTools-FFFFFF-2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20370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28072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3310128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CLIs handle the repetitive parts and tell you what they can’t.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955280" y="182880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0" y="2057400"/>
            <a:ext cx="603504" cy="603504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8" name="Image 3" descr="/home/claude/pptx-build/assets/icons/FaBrain-FFFFFF-2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2203704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29600" y="28072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0" y="3310128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 mapping — analyze, convert, validate as three separate steps.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mental model for the next six slides, not a ranking — most teams end up using all three.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HandPaper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1 — Manual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93192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Pipelines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D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Pipeline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D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Agent Pool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D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Service Connection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/ secrets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D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Variable Group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&amp; variables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D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Task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D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condition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D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dependsOn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778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F3D2C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22960" y="57150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different: </a:t>
            </a:r>
            <a:pPr indent="0" marL="0">
              <a:buNone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classic-editor equivalent, job structure is always explicit, script steps consolidate to `run` + `shell`, and Actions fails fast by default where Pipelines doesn’t.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10122408" y="5614416"/>
            <a:ext cx="832104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5875">
            <a:solidFill>
              <a:srgbClr val="1F3D2C"/>
            </a:solidFill>
            <a:prstDash val="solid"/>
          </a:ln>
        </p:spPr>
      </p:sp>
      <p:pic>
        <p:nvPicPr>
          <p:cNvPr id="10" name="Image 1" descr="/home/claude/pptx-build/assets/qr-sec3-manual-do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5687568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Database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2 — gh-ado2gh (For Repos)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inventory-report — surveys everything before you touch it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generate-script — produces the real migration script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--all flag also rewires pipelines, creates teams, and connects Boards in one pass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1F3D2C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Doesn’t Do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317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touch pipeline logic — that’s gh-actions-importer’s job, next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bring Git LFS objects along on its own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decide your identity mapping for you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52578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8C6A3F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539496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it: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default answer for repo migration at any real scale. Free, official, and maintained by GitHub — doing this by hand past a couple of repos is wasting time you don’t need to spend.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0351008" y="5340096"/>
            <a:ext cx="923544" cy="923544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5875">
            <a:solidFill>
              <a:srgbClr val="1F3D2C"/>
            </a:solidFill>
            <a:prstDash val="solid"/>
          </a:ln>
        </p:spPr>
      </p:sp>
      <p:pic>
        <p:nvPicPr>
          <p:cNvPr id="15" name="Image 1" descr="/home/claude/pptx-build/assets/qr-sec3-ado2g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413248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ListOl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gh-ado2gh — Caveats &amp; the One Sequencing Rule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2651760"/>
          </a:xfrm>
          <a:prstGeom prst="roundRect">
            <a:avLst>
              <a:gd name="adj" fmla="val 4138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9202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Pipelines GitHub App before migrating any repos.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this order and the migration script can’t auto-reconfigure pipelines to point at GitHub — it becomes a manual, repo-by-repo fix while everyone in Slack asks why the build is red.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F3D2C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473659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applies to identity mapping: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it before the first migration runs, not after. Mannequin accounts get created at migration time — section 6 comes back to exactly what that costs you if you wait.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ClipboardCheck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2 — gh-actions-importer (For Pipelines)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classifies every pipeline: automatable, partial, or manual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shows the converted workflow before anything is committed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automatable parts for you, not just diagnoses them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1F3D2C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Doesn’t Do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317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migrate repos — that’s gh-ado2gh’s job, previous slides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“partial” bucket still needs a human to finish the job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fix a pipeline that was already broken — it translates what’s there, warts included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52578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8C6A3F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539496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it: </a:t>
            </a:r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breakdown is the single best slide-quantified evidence in the whole PoC — it turns “this will take a while” into an actual number you can put in a plan.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0351008" y="5340096"/>
            <a:ext cx="923544" cy="923544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5875">
            <a:solidFill>
              <a:srgbClr val="1F3D2C"/>
            </a:solidFill>
            <a:prstDash val="solid"/>
          </a:ln>
        </p:spPr>
      </p:sp>
      <p:pic>
        <p:nvPicPr>
          <p:cNvPr id="15" name="Image 1" descr="/home/claude/pptx-build/assets/qr-sec3-actions-impor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413248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Flask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ELM — The Preview Service We Couldn’t PoC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sync plus a scheduled cutover,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read-only window at cutover measured in minutes, not hours — Microsoft cites sub-30-minute for most organizations.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33101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4800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Pre-migration checks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&amp; repo creation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branch-policy sync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connection &amp; pipeline rewiring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315468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1F3D2C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33101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Still Needs You For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3794760"/>
            <a:ext cx="4800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after the sync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permissions setup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Work-item, wiki &amp; pipeline migration itself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235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only — Hunter doesn’t have the GHE data-residency tenant ELM requires, so none of this was tested firsthand. What it genuinely adds over the standard GEI CLI is the continuous-sync experience, not a longer feature list.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Brain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3 — AI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20240"/>
            <a:ext cx="603504" cy="603504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8" name="Image 1" descr="/home/claude/pptx-build/assets/icons/FaSearch-FFFFFF-2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066544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70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182112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source pipeline and identifies what it actually does, step by step.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251960" y="16916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26280" y="1920240"/>
            <a:ext cx="603504" cy="603504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3" name="Image 2" descr="/home/claude/pptx-build/assets/icons/FaExchangeAlt-FFFFFF-2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06654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2670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3182112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equivalent GitHub Actions workflow from that analysis.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955280" y="16916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0" y="1920240"/>
            <a:ext cx="603504" cy="603504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8" name="Image 3" descr="/home/claude/pptx-build/assets/icons/FaCheckCircle-FFFFFF-2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2066544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29600" y="2670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0" y="3182112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pass checks the conversion — not the same model marking its own homework.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51206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F3D2C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822960" y="5257800"/>
            <a:ext cx="8595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separate prompts, not one: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that converts a pipeline shouldn’t be the only check on its own conversion. This is where section 1’s “AI is the real reason” thesis gets a demonstrable payoff.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0122408" y="5184648"/>
            <a:ext cx="923544" cy="923544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5875">
            <a:solidFill>
              <a:srgbClr val="1F3D2C"/>
            </a:solidFill>
            <a:prstDash val="solid"/>
          </a:ln>
        </p:spPr>
      </p:sp>
      <p:pic>
        <p:nvPicPr>
          <p:cNvPr id="24" name="Image 4" descr="/home/claude/pptx-build/assets/qr-sec3-ai-promp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5257800"/>
            <a:ext cx="777240" cy="7772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drafted and reviewed, not yet run against a production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MapMarkedAlt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Crossing, Mapped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2221992"/>
            <a:ext cx="10058400" cy="0"/>
          </a:xfrm>
          <a:prstGeom prst="line">
            <a:avLst/>
          </a:prstGeom>
          <a:noFill/>
          <a:ln w="1905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00784" y="2084832"/>
            <a:ext cx="274320" cy="2743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1280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 Migration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68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(gh-ado2gh)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80720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PRs, and branch policies move into the new org.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62272" y="2084832"/>
            <a:ext cx="274320" cy="2743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18688" y="1280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18688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Audit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218688" y="2468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(gh-actions-importer)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310128" y="280720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gets classified: automatable, partial, or manual.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23760" y="2084832"/>
            <a:ext cx="274320" cy="2743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80176" y="1280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980176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YAML Rewrite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980176" y="2468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071616" y="280720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Pipelines concepts get rebuilt as workflows, using the mapping from Approach 1.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985248" y="2084832"/>
            <a:ext cx="274320" cy="2743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741664" y="1280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741664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Green Build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741664" y="2468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833104" y="280720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finish line — not “migrated,” but “passing.”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same order, every time — the specifics change with every pipeline, the sequence doesn’t.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F3D2C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sequence any team follows, regardless of which repo runs through it first. The next slide captures what actually happened once it runs against a real one.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3" name="Image 0" descr="/home/claude/pptx-build/assets/icons/FaLightbulb-FFFFFF-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20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RIVER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From the Crossing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8C6A3F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[OPEN] To be filled in once the previous slide’s sequence is actually run against a real repo — this slide should capture what really broke or surprised, not a generic list.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64240" cy="3063240"/>
          </a:xfrm>
          <a:prstGeom prst="roundRect">
            <a:avLst>
              <a:gd name="adj" fmla="val 3582"/>
            </a:avLst>
          </a:prstGeom>
          <a:solidFill>
            <a:srgbClr val="F7F6F2"/>
          </a:solidFill>
          <a:ln w="12700">
            <a:solidFill>
              <a:srgbClr val="DDD8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3063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Fill-in prompts for after the run: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66160"/>
            <a:ext cx="10332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 type caused the most manual rework — and did gh-actions-importer’s audit call it correctly?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anything in the “clean” repo turn out not to be clean?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the “ugly” repo actually take, versus the 1–2 day estimate from earlier in this section?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AI-prompt approach (previous section) get tried on either repo — and how did it compare?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POCKET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03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quick question before we leave Section 3 — Crossing the River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DevOps to GitHub Enterprise: The Great Migration</dc:title>
  <dc:subject>PptxGenJS Presentation</dc:subject>
  <dc:creator>Kevin Neumann</dc:creator>
  <cp:lastModifiedBy>Kevin Neumann</cp:lastModifiedBy>
  <cp:revision>1</cp:revision>
  <dcterms:created xsi:type="dcterms:W3CDTF">2026-09-21T18:47:28Z</dcterms:created>
  <dcterms:modified xsi:type="dcterms:W3CDTF">2026-09-21T18:47:28Z</dcterms:modified>
</cp:coreProperties>
</file>